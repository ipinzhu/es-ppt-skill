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627" r:id="rId2"/>
    <p:sldId id="1123" r:id="rId3"/>
    <p:sldId id="256" r:id="rId4"/>
    <p:sldId id="257" r:id="rId5"/>
    <p:sldId id="1124" r:id="rId6"/>
    <p:sldId id="1125" r:id="rId7"/>
    <p:sldId id="1126" r:id="rId8"/>
    <p:sldId id="1128" r:id="rId9"/>
    <p:sldId id="60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416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BD2381F-4E12-B522-F0C8-26858002A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38C55D-2141-D770-9FDF-FEB2A9FFD0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CCCDA-DB13-4C5C-8425-84D29AE9BBBB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9FB3F4-E145-CA45-8E9D-A7BD1A8149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14D1FD-43A2-5D26-070A-367E166562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C62E7-3863-4165-858A-223C3FC2F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39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24FFC-2CF5-4940-9052-5DCA2998C65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5CFB2-F39A-44C8-A060-ACC50B5EE4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7728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9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5CFB2-F39A-44C8-A060-ACC50B5EE47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330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80" y="2025799"/>
            <a:ext cx="6858002" cy="2806407"/>
          </a:xfrm>
          <a:prstGeom prst="homePlate">
            <a:avLst>
              <a:gd name="adj" fmla="val 32231"/>
            </a:avLst>
          </a:prstGeom>
          <a:solidFill>
            <a:srgbClr val="004EA1"/>
          </a:solidFill>
          <a:ln>
            <a:solidFill>
              <a:srgbClr val="004E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51167C-56D4-58EA-10BE-52D358228F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979" y="2390590"/>
            <a:ext cx="2412000" cy="24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结束页 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1306FD0-0A2B-E6F4-4490-D28B89213C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535" y="5313310"/>
            <a:ext cx="3619500" cy="685800"/>
          </a:xfrm>
          <a:prstGeom prst="rect">
            <a:avLst/>
          </a:prstGeom>
        </p:spPr>
      </p:pic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6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rgbClr val="004EA1"/>
          </a:solidFill>
          <a:ln>
            <a:solidFill>
              <a:srgbClr val="004E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rgbClr val="004EA1"/>
          </a:solidFill>
          <a:ln>
            <a:solidFill>
              <a:srgbClr val="004E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rgbClr val="004EA1"/>
          </a:solidFill>
          <a:ln>
            <a:solidFill>
              <a:srgbClr val="004E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28573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451350" y="675292"/>
            <a:ext cx="59283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2060"/>
                </a:solidFill>
                <a:latin typeface="+mn-ea"/>
                <a:cs typeface="+mn-ea"/>
                <a:sym typeface="+mn-lt"/>
              </a:rPr>
              <a:t>大标题</a:t>
            </a:r>
            <a:br>
              <a:rPr lang="en-US" altLang="zh-CN" sz="4400" b="1" dirty="0">
                <a:solidFill>
                  <a:srgbClr val="002060"/>
                </a:solidFill>
                <a:latin typeface="+mn-ea"/>
                <a:cs typeface="+mn-ea"/>
                <a:sym typeface="+mn-lt"/>
              </a:rPr>
            </a:br>
            <a:r>
              <a:rPr lang="zh-CN" altLang="en-US" sz="4400" b="1" dirty="0">
                <a:solidFill>
                  <a:srgbClr val="002060"/>
                </a:solidFill>
                <a:latin typeface="+mn-ea"/>
                <a:cs typeface="+mn-ea"/>
                <a:sym typeface="+mn-lt"/>
              </a:rPr>
              <a:t>子标题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12F855B-6482-4247-8DD0-5666489F33A1}"/>
              </a:ext>
            </a:extLst>
          </p:cNvPr>
          <p:cNvCxnSpPr>
            <a:cxnSpLocks/>
          </p:cNvCxnSpPr>
          <p:nvPr/>
        </p:nvCxnSpPr>
        <p:spPr>
          <a:xfrm>
            <a:off x="4812624" y="3685182"/>
            <a:ext cx="0" cy="1901528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696F87A-50D9-4A47-8F75-C4FC6260D652}"/>
              </a:ext>
            </a:extLst>
          </p:cNvPr>
          <p:cNvSpPr/>
          <p:nvPr/>
        </p:nvSpPr>
        <p:spPr>
          <a:xfrm>
            <a:off x="5005046" y="3685182"/>
            <a:ext cx="6299198" cy="1693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n-ea"/>
                <a:cs typeface="+mn-ea"/>
                <a:sym typeface="+mn-lt"/>
              </a:rPr>
              <a:t>汇报人 ：</a:t>
            </a:r>
            <a:endParaRPr lang="en-US" altLang="zh-CN" sz="2800" b="1" dirty="0">
              <a:solidFill>
                <a:srgbClr val="002060"/>
              </a:solidFill>
              <a:latin typeface="+mn-ea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n-ea"/>
                <a:cs typeface="+mn-ea"/>
                <a:sym typeface="+mn-lt"/>
              </a:rPr>
              <a:t>导  师 ：</a:t>
            </a:r>
            <a:endParaRPr lang="en-US" altLang="zh-CN" sz="2800" b="1" dirty="0">
              <a:solidFill>
                <a:srgbClr val="002060"/>
              </a:solidFill>
              <a:latin typeface="+mn-ea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n-ea"/>
                <a:cs typeface="+mn-ea"/>
                <a:sym typeface="+mn-lt"/>
              </a:rPr>
              <a:t>专  业 ：</a:t>
            </a:r>
            <a:endParaRPr lang="en-US" altLang="zh-CN" sz="2800" b="1" dirty="0">
              <a:solidFill>
                <a:srgbClr val="00206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6A49E7-A04B-B205-62F1-496FE5CE13A2}"/>
              </a:ext>
            </a:extLst>
          </p:cNvPr>
          <p:cNvSpPr txBox="1"/>
          <p:nvPr/>
        </p:nvSpPr>
        <p:spPr>
          <a:xfrm>
            <a:off x="6604005" y="5827247"/>
            <a:ext cx="2008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+mn-ea"/>
              </a:rPr>
              <a:t>2025</a:t>
            </a:r>
            <a:r>
              <a:rPr lang="zh-CN" altLang="en-US" sz="2800" b="1" dirty="0">
                <a:solidFill>
                  <a:srgbClr val="002060"/>
                </a:solidFill>
                <a:latin typeface="+mn-ea"/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  <a:latin typeface="+mn-ea"/>
              </a:rPr>
              <a:t>5</a:t>
            </a:r>
            <a:r>
              <a:rPr lang="zh-CN" altLang="en-US" sz="2800" b="1" dirty="0">
                <a:solidFill>
                  <a:srgbClr val="002060"/>
                </a:solidFill>
                <a:latin typeface="+mn-ea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346803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26"/>
    </mc:Choice>
    <mc:Fallback xmlns="">
      <p:transition spd="slow" advTm="203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6A70-6DBF-3110-D3A4-CC2EE908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19B4A596-CA86-4797-4B58-915DD9A6E5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" y="933449"/>
            <a:ext cx="12192000" cy="59476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C20C87-4A4E-E65F-CE47-C0C8A3B56401}"/>
              </a:ext>
            </a:extLst>
          </p:cNvPr>
          <p:cNvSpPr/>
          <p:nvPr/>
        </p:nvSpPr>
        <p:spPr>
          <a:xfrm>
            <a:off x="0" y="857250"/>
            <a:ext cx="7905750" cy="76200"/>
          </a:xfrm>
          <a:prstGeom prst="rect">
            <a:avLst/>
          </a:prstGeom>
          <a:solidFill>
            <a:srgbClr val="5B8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B4759A-F894-902F-2DE5-CDA2E7D838E6}"/>
              </a:ext>
            </a:extLst>
          </p:cNvPr>
          <p:cNvSpPr/>
          <p:nvPr/>
        </p:nvSpPr>
        <p:spPr>
          <a:xfrm>
            <a:off x="8096250" y="885825"/>
            <a:ext cx="4095750" cy="28575"/>
          </a:xfrm>
          <a:prstGeom prst="rect">
            <a:avLst/>
          </a:prstGeom>
          <a:solidFill>
            <a:srgbClr val="9C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 descr="heu_logo_color.png">
            <a:extLst>
              <a:ext uri="{FF2B5EF4-FFF2-40B4-BE49-F238E27FC236}">
                <a16:creationId xmlns:a16="http://schemas.microsoft.com/office/drawing/2014/main" id="{BA517AA6-843B-2757-956A-31B08EF46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062" y="158750"/>
            <a:ext cx="2329188" cy="619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040C72-4707-960E-07F7-1BDF40ACAAED}"/>
              </a:ext>
            </a:extLst>
          </p:cNvPr>
          <p:cNvSpPr txBox="1"/>
          <p:nvPr/>
        </p:nvSpPr>
        <p:spPr>
          <a:xfrm>
            <a:off x="101481" y="6511806"/>
            <a:ext cx="20874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KaiTi"/>
              </a:defRPr>
            </a:pP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大工至善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大学至真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2A23D43-682B-9544-EDDC-734E4CB9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3769" y="6492875"/>
            <a:ext cx="482481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24995C-5DF0-FA7D-6D31-5EF2350E5D83}"/>
              </a:ext>
            </a:extLst>
          </p:cNvPr>
          <p:cNvSpPr txBox="1"/>
          <p:nvPr/>
        </p:nvSpPr>
        <p:spPr>
          <a:xfrm>
            <a:off x="1544816" y="2198122"/>
            <a:ext cx="1940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54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E71E45-DD13-3368-C8CF-269BFD1CC408}"/>
              </a:ext>
            </a:extLst>
          </p:cNvPr>
          <p:cNvSpPr txBox="1"/>
          <p:nvPr/>
        </p:nvSpPr>
        <p:spPr>
          <a:xfrm rot="16200000">
            <a:off x="415898" y="4112215"/>
            <a:ext cx="19840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4472C4"/>
                </a:solidFill>
                <a:effectLst/>
                <a:latin typeface="Times New Roman" panose="02020603050405020304" pitchFamily="18" charset="0"/>
              </a:rPr>
              <a:t>CONTENTS</a:t>
            </a:r>
            <a:endParaRPr lang="zh-CN" altLang="en-US" sz="2400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E3B8865-231C-7B52-AD5D-2BBE34FCD279}"/>
              </a:ext>
            </a:extLst>
          </p:cNvPr>
          <p:cNvGrpSpPr/>
          <p:nvPr/>
        </p:nvGrpSpPr>
        <p:grpSpPr>
          <a:xfrm>
            <a:off x="3890048" y="1854084"/>
            <a:ext cx="7430778" cy="828243"/>
            <a:chOff x="3764213" y="2340052"/>
            <a:chExt cx="7430778" cy="82824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429D99D-26ED-BDA9-CCA1-E0CCD913A8D1}"/>
                </a:ext>
              </a:extLst>
            </p:cNvPr>
            <p:cNvSpPr/>
            <p:nvPr/>
          </p:nvSpPr>
          <p:spPr>
            <a:xfrm>
              <a:off x="4683095" y="2340053"/>
              <a:ext cx="6511896" cy="828242"/>
            </a:xfrm>
            <a:prstGeom prst="rect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6C8722E9-BC34-C843-2157-929E36C5CAC7}"/>
                </a:ext>
              </a:extLst>
            </p:cNvPr>
            <p:cNvGrpSpPr/>
            <p:nvPr/>
          </p:nvGrpSpPr>
          <p:grpSpPr>
            <a:xfrm>
              <a:off x="3764213" y="2340052"/>
              <a:ext cx="7281851" cy="828242"/>
              <a:chOff x="3764213" y="2340052"/>
              <a:chExt cx="7281851" cy="828242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F34FEA5-93BB-508D-5202-20AD1F420185}"/>
                  </a:ext>
                </a:extLst>
              </p:cNvPr>
              <p:cNvSpPr/>
              <p:nvPr/>
            </p:nvSpPr>
            <p:spPr>
              <a:xfrm>
                <a:off x="3764213" y="2340052"/>
                <a:ext cx="838368" cy="82824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  <a:endParaRPr lang="zh-CN" altLang="en-US" sz="32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B363602-4125-BF21-8D4F-D06F6EF04BE6}"/>
                  </a:ext>
                </a:extLst>
              </p:cNvPr>
              <p:cNvSpPr txBox="1"/>
              <p:nvPr/>
            </p:nvSpPr>
            <p:spPr>
              <a:xfrm>
                <a:off x="4765435" y="2489134"/>
                <a:ext cx="628062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研究现状</a:t>
                </a:r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7467F9C-5F5F-6A6B-D04C-6A9234B88731}"/>
              </a:ext>
            </a:extLst>
          </p:cNvPr>
          <p:cNvGrpSpPr/>
          <p:nvPr/>
        </p:nvGrpSpPr>
        <p:grpSpPr>
          <a:xfrm>
            <a:off x="3890048" y="2978388"/>
            <a:ext cx="7430778" cy="828243"/>
            <a:chOff x="3764213" y="2340052"/>
            <a:chExt cx="7430778" cy="828243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117683B-2C85-78B3-B40B-6E27F16F61C4}"/>
                </a:ext>
              </a:extLst>
            </p:cNvPr>
            <p:cNvSpPr/>
            <p:nvPr/>
          </p:nvSpPr>
          <p:spPr>
            <a:xfrm>
              <a:off x="4683095" y="2340053"/>
              <a:ext cx="6511896" cy="828242"/>
            </a:xfrm>
            <a:prstGeom prst="rect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164E9A1-6A7A-B199-DD42-D0B7F86ACAA2}"/>
                </a:ext>
              </a:extLst>
            </p:cNvPr>
            <p:cNvGrpSpPr/>
            <p:nvPr/>
          </p:nvGrpSpPr>
          <p:grpSpPr>
            <a:xfrm>
              <a:off x="3764213" y="2340052"/>
              <a:ext cx="7281851" cy="828242"/>
              <a:chOff x="3764213" y="2340052"/>
              <a:chExt cx="7281851" cy="828242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3F61FE46-0EE6-524C-A7FA-21F09558ABF6}"/>
                  </a:ext>
                </a:extLst>
              </p:cNvPr>
              <p:cNvSpPr/>
              <p:nvPr/>
            </p:nvSpPr>
            <p:spPr>
              <a:xfrm>
                <a:off x="3764213" y="2340052"/>
                <a:ext cx="838368" cy="82824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  <a:endParaRPr lang="zh-CN" altLang="en-US" sz="32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4DDBAB5-C737-0AE3-6C2D-9FF3D3E12E94}"/>
                  </a:ext>
                </a:extLst>
              </p:cNvPr>
              <p:cNvSpPr txBox="1"/>
              <p:nvPr/>
            </p:nvSpPr>
            <p:spPr>
              <a:xfrm>
                <a:off x="4765435" y="2489134"/>
                <a:ext cx="628062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 i="0" dirty="0">
                    <a:solidFill>
                      <a:schemeClr val="bg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方法介绍</a:t>
                </a:r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313543C-4E06-4D47-42B1-F622524BEEB4}"/>
              </a:ext>
            </a:extLst>
          </p:cNvPr>
          <p:cNvGrpSpPr/>
          <p:nvPr/>
        </p:nvGrpSpPr>
        <p:grpSpPr>
          <a:xfrm>
            <a:off x="3890048" y="4115245"/>
            <a:ext cx="7430778" cy="828243"/>
            <a:chOff x="3764213" y="2340052"/>
            <a:chExt cx="7430778" cy="82824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DCED9EC4-A21A-4115-0090-44B9D6B960F2}"/>
                </a:ext>
              </a:extLst>
            </p:cNvPr>
            <p:cNvSpPr/>
            <p:nvPr/>
          </p:nvSpPr>
          <p:spPr>
            <a:xfrm>
              <a:off x="4683095" y="2340053"/>
              <a:ext cx="6511896" cy="828242"/>
            </a:xfrm>
            <a:prstGeom prst="rect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FE139089-3F28-18D4-9A64-AEE98F9CB37B}"/>
                </a:ext>
              </a:extLst>
            </p:cNvPr>
            <p:cNvGrpSpPr/>
            <p:nvPr/>
          </p:nvGrpSpPr>
          <p:grpSpPr>
            <a:xfrm>
              <a:off x="3764213" y="2340052"/>
              <a:ext cx="7281851" cy="828242"/>
              <a:chOff x="3764213" y="2340052"/>
              <a:chExt cx="7281851" cy="828242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511EE848-1FC3-70B7-4FC1-5EFDB348BA51}"/>
                  </a:ext>
                </a:extLst>
              </p:cNvPr>
              <p:cNvSpPr/>
              <p:nvPr/>
            </p:nvSpPr>
            <p:spPr>
              <a:xfrm>
                <a:off x="3764213" y="2340052"/>
                <a:ext cx="838368" cy="82824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03</a:t>
                </a:r>
                <a:endParaRPr lang="zh-CN" altLang="en-US" sz="32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5F4790-63A3-B60A-F1A2-5EBE915A93D5}"/>
                  </a:ext>
                </a:extLst>
              </p:cNvPr>
              <p:cNvSpPr txBox="1"/>
              <p:nvPr/>
            </p:nvSpPr>
            <p:spPr>
              <a:xfrm>
                <a:off x="4765435" y="2489134"/>
                <a:ext cx="628062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</a:t>
                </a:r>
                <a:r>
                  <a:rPr lang="zh-CN" altLang="en-US" sz="3200" b="1" i="0" dirty="0">
                    <a:solidFill>
                      <a:schemeClr val="bg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结果</a:t>
                </a:r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68A4B9A-735C-3F2C-3E8D-0F2C9D8A20AB}"/>
              </a:ext>
            </a:extLst>
          </p:cNvPr>
          <p:cNvGrpSpPr/>
          <p:nvPr/>
        </p:nvGrpSpPr>
        <p:grpSpPr>
          <a:xfrm>
            <a:off x="3890048" y="5229263"/>
            <a:ext cx="7430778" cy="828243"/>
            <a:chOff x="3764213" y="2340052"/>
            <a:chExt cx="7430778" cy="82824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12F1515-FCF7-9F83-3CA6-BC543734D398}"/>
                </a:ext>
              </a:extLst>
            </p:cNvPr>
            <p:cNvSpPr/>
            <p:nvPr/>
          </p:nvSpPr>
          <p:spPr>
            <a:xfrm>
              <a:off x="4683095" y="2340053"/>
              <a:ext cx="6511896" cy="828242"/>
            </a:xfrm>
            <a:prstGeom prst="rect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C96666D-76CA-6285-F13D-E10E87A68B61}"/>
                </a:ext>
              </a:extLst>
            </p:cNvPr>
            <p:cNvGrpSpPr/>
            <p:nvPr/>
          </p:nvGrpSpPr>
          <p:grpSpPr>
            <a:xfrm>
              <a:off x="3764213" y="2340052"/>
              <a:ext cx="7281851" cy="828242"/>
              <a:chOff x="3764213" y="2340052"/>
              <a:chExt cx="7281851" cy="828242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6AF77DE-2149-5E70-367E-EC89888A797C}"/>
                  </a:ext>
                </a:extLst>
              </p:cNvPr>
              <p:cNvSpPr/>
              <p:nvPr/>
            </p:nvSpPr>
            <p:spPr>
              <a:xfrm>
                <a:off x="3764213" y="2340052"/>
                <a:ext cx="838368" cy="82824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04</a:t>
                </a:r>
                <a:endParaRPr lang="zh-CN" altLang="en-US" sz="32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5D152B7-2577-DD1D-A5D8-A851D64A263F}"/>
                  </a:ext>
                </a:extLst>
              </p:cNvPr>
              <p:cNvSpPr txBox="1"/>
              <p:nvPr/>
            </p:nvSpPr>
            <p:spPr>
              <a:xfrm>
                <a:off x="4765435" y="2489134"/>
                <a:ext cx="628062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 i="0" dirty="0">
                    <a:solidFill>
                      <a:schemeClr val="bg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总结</a:t>
                </a:r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663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7250"/>
            <a:ext cx="7905750" cy="76200"/>
          </a:xfrm>
          <a:prstGeom prst="rect">
            <a:avLst/>
          </a:prstGeom>
          <a:solidFill>
            <a:srgbClr val="5B8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96250" y="885825"/>
            <a:ext cx="4095750" cy="28575"/>
          </a:xfrm>
          <a:prstGeom prst="rect">
            <a:avLst/>
          </a:prstGeom>
          <a:solidFill>
            <a:srgbClr val="9C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 descr="heu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062" y="158750"/>
            <a:ext cx="2329188" cy="619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77000"/>
            <a:ext cx="12192000" cy="19050"/>
          </a:xfrm>
          <a:prstGeom prst="rect">
            <a:avLst/>
          </a:prstGeom>
          <a:solidFill>
            <a:srgbClr val="3E6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481" y="6511806"/>
            <a:ext cx="20874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KaiTi"/>
              </a:defRPr>
            </a:pP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大工至善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大学至真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1A63B5F-1803-CEE6-CFFD-0FD917FB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3769" y="6492875"/>
            <a:ext cx="482481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BB7547-B7D2-FFC7-6E35-AEA62638BE25}"/>
              </a:ext>
            </a:extLst>
          </p:cNvPr>
          <p:cNvSpPr txBox="1"/>
          <p:nvPr/>
        </p:nvSpPr>
        <p:spPr>
          <a:xfrm>
            <a:off x="298569" y="1063020"/>
            <a:ext cx="609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➢ 小标题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192E0D-C708-D29D-F987-2FF22DC3D3E4}"/>
              </a:ext>
            </a:extLst>
          </p:cNvPr>
          <p:cNvSpPr txBox="1"/>
          <p:nvPr/>
        </p:nvSpPr>
        <p:spPr>
          <a:xfrm>
            <a:off x="298569" y="163534"/>
            <a:ext cx="6097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模板一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73F0A5-2E93-9FA9-A9AB-DD3986F9422A}"/>
              </a:ext>
            </a:extLst>
          </p:cNvPr>
          <p:cNvSpPr txBox="1"/>
          <p:nvPr/>
        </p:nvSpPr>
        <p:spPr>
          <a:xfrm>
            <a:off x="541056" y="1662123"/>
            <a:ext cx="11365194" cy="15850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285750" indent="-285750" algn="l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marL="285750" indent="-285750" algn="l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6DAEC9-7C08-03B7-81CB-0BFFF1CE540F}"/>
              </a:ext>
            </a:extLst>
          </p:cNvPr>
          <p:cNvSpPr/>
          <p:nvPr/>
        </p:nvSpPr>
        <p:spPr>
          <a:xfrm>
            <a:off x="541056" y="3530541"/>
            <a:ext cx="3531798" cy="24702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A4D52F-BAA4-AFD3-EED3-A64DF3C3B70C}"/>
              </a:ext>
            </a:extLst>
          </p:cNvPr>
          <p:cNvSpPr/>
          <p:nvPr/>
        </p:nvSpPr>
        <p:spPr>
          <a:xfrm>
            <a:off x="4159541" y="3530541"/>
            <a:ext cx="3810000" cy="24702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E3650E-7D7E-5D0B-CD73-1B66D1A45CAE}"/>
              </a:ext>
            </a:extLst>
          </p:cNvPr>
          <p:cNvSpPr/>
          <p:nvPr/>
        </p:nvSpPr>
        <p:spPr>
          <a:xfrm>
            <a:off x="8096250" y="3530541"/>
            <a:ext cx="3810000" cy="24702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98DD-0413-08CD-0892-08F877900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0B4B37-89CA-B572-F5A3-9D8B1F42D0CB}"/>
              </a:ext>
            </a:extLst>
          </p:cNvPr>
          <p:cNvSpPr/>
          <p:nvPr/>
        </p:nvSpPr>
        <p:spPr>
          <a:xfrm>
            <a:off x="0" y="857250"/>
            <a:ext cx="7905750" cy="76200"/>
          </a:xfrm>
          <a:prstGeom prst="rect">
            <a:avLst/>
          </a:prstGeom>
          <a:solidFill>
            <a:srgbClr val="5B8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837AD4-F164-52E7-7E9C-B52E653A31AA}"/>
              </a:ext>
            </a:extLst>
          </p:cNvPr>
          <p:cNvSpPr/>
          <p:nvPr/>
        </p:nvSpPr>
        <p:spPr>
          <a:xfrm>
            <a:off x="8096250" y="885825"/>
            <a:ext cx="4095750" cy="28575"/>
          </a:xfrm>
          <a:prstGeom prst="rect">
            <a:avLst/>
          </a:prstGeom>
          <a:solidFill>
            <a:srgbClr val="9C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 descr="heu_logo_color.png">
            <a:extLst>
              <a:ext uri="{FF2B5EF4-FFF2-40B4-BE49-F238E27FC236}">
                <a16:creationId xmlns:a16="http://schemas.microsoft.com/office/drawing/2014/main" id="{7C5B9553-0CB4-285C-EBEB-7A36975E1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062" y="158750"/>
            <a:ext cx="2329188" cy="619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060189-086B-6DC5-66EF-28A9DB3431E4}"/>
              </a:ext>
            </a:extLst>
          </p:cNvPr>
          <p:cNvSpPr/>
          <p:nvPr/>
        </p:nvSpPr>
        <p:spPr>
          <a:xfrm>
            <a:off x="0" y="6473502"/>
            <a:ext cx="12192000" cy="19050"/>
          </a:xfrm>
          <a:prstGeom prst="rect">
            <a:avLst/>
          </a:prstGeom>
          <a:solidFill>
            <a:srgbClr val="3E6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889FD-73A1-C393-4184-C626E5A42A2A}"/>
              </a:ext>
            </a:extLst>
          </p:cNvPr>
          <p:cNvSpPr txBox="1"/>
          <p:nvPr/>
        </p:nvSpPr>
        <p:spPr>
          <a:xfrm>
            <a:off x="101481" y="6511806"/>
            <a:ext cx="20874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KaiTi"/>
              </a:defRPr>
            </a:pP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大工至善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大学至真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ED2E9DD-10A2-28BF-930A-5EC679C5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3769" y="6492875"/>
            <a:ext cx="482481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580B29-009C-BE58-0380-C7078B948620}"/>
              </a:ext>
            </a:extLst>
          </p:cNvPr>
          <p:cNvSpPr txBox="1"/>
          <p:nvPr/>
        </p:nvSpPr>
        <p:spPr>
          <a:xfrm>
            <a:off x="298569" y="1063020"/>
            <a:ext cx="609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➢ 小标题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D1CFB1-2B90-1AFD-F68C-4F76FB271773}"/>
              </a:ext>
            </a:extLst>
          </p:cNvPr>
          <p:cNvSpPr txBox="1"/>
          <p:nvPr/>
        </p:nvSpPr>
        <p:spPr>
          <a:xfrm>
            <a:off x="298569" y="163534"/>
            <a:ext cx="6097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b="1" i="0" dirty="0">
              <a:solidFill>
                <a:srgbClr val="4472C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6CEBD1-60DA-F249-3AE3-882EF787C004}"/>
              </a:ext>
            </a:extLst>
          </p:cNvPr>
          <p:cNvSpPr txBox="1"/>
          <p:nvPr/>
        </p:nvSpPr>
        <p:spPr>
          <a:xfrm>
            <a:off x="541056" y="1662123"/>
            <a:ext cx="11365194" cy="400110"/>
          </a:xfrm>
          <a:prstGeom prst="rect">
            <a:avLst/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spcBef>
                <a:spcPts val="375"/>
              </a:spcBef>
              <a:spcAft>
                <a:spcPts val="600"/>
              </a:spcAft>
            </a:pPr>
            <a:r>
              <a:rPr lang="en-US" altLang="zh-CN" sz="2000" b="0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b="0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高亮：</a:t>
            </a:r>
            <a:r>
              <a:rPr lang="zh-CN" altLang="en-US" sz="20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填写高亮信息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A229E7-E0ED-D5A6-B6B4-8A9DAD7AEFC5}"/>
              </a:ext>
            </a:extLst>
          </p:cNvPr>
          <p:cNvSpPr txBox="1"/>
          <p:nvPr/>
        </p:nvSpPr>
        <p:spPr>
          <a:xfrm>
            <a:off x="541056" y="2249190"/>
            <a:ext cx="11365194" cy="11798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A09E2F-7EA1-8162-4FBE-400A6351203C}"/>
              </a:ext>
            </a:extLst>
          </p:cNvPr>
          <p:cNvSpPr/>
          <p:nvPr/>
        </p:nvSpPr>
        <p:spPr>
          <a:xfrm>
            <a:off x="541057" y="3661794"/>
            <a:ext cx="3531798" cy="24702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83CAC9-BDD5-74AA-A7AE-6D0DC6D9644F}"/>
              </a:ext>
            </a:extLst>
          </p:cNvPr>
          <p:cNvSpPr/>
          <p:nvPr/>
        </p:nvSpPr>
        <p:spPr>
          <a:xfrm>
            <a:off x="4159542" y="3661794"/>
            <a:ext cx="3810000" cy="24702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6EC1B0-07A8-2233-67F9-F42221F842E9}"/>
              </a:ext>
            </a:extLst>
          </p:cNvPr>
          <p:cNvSpPr/>
          <p:nvPr/>
        </p:nvSpPr>
        <p:spPr>
          <a:xfrm>
            <a:off x="8096251" y="3642744"/>
            <a:ext cx="3810000" cy="24702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</a:p>
        </p:txBody>
      </p:sp>
    </p:spTree>
    <p:extLst>
      <p:ext uri="{BB962C8B-B14F-4D97-AF65-F5344CB8AC3E}">
        <p14:creationId xmlns:p14="http://schemas.microsoft.com/office/powerpoint/2010/main" val="3362170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46D52-F515-DE3B-EBB1-B3E76657F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961815-4A3C-A81E-B721-5AA13E35548B}"/>
              </a:ext>
            </a:extLst>
          </p:cNvPr>
          <p:cNvSpPr/>
          <p:nvPr/>
        </p:nvSpPr>
        <p:spPr>
          <a:xfrm>
            <a:off x="0" y="857250"/>
            <a:ext cx="7905750" cy="76200"/>
          </a:xfrm>
          <a:prstGeom prst="rect">
            <a:avLst/>
          </a:prstGeom>
          <a:solidFill>
            <a:srgbClr val="5B8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E0313-AE69-9C84-E9C0-E479B3F60070}"/>
              </a:ext>
            </a:extLst>
          </p:cNvPr>
          <p:cNvSpPr/>
          <p:nvPr/>
        </p:nvSpPr>
        <p:spPr>
          <a:xfrm>
            <a:off x="8096250" y="885825"/>
            <a:ext cx="4095750" cy="28575"/>
          </a:xfrm>
          <a:prstGeom prst="rect">
            <a:avLst/>
          </a:prstGeom>
          <a:solidFill>
            <a:srgbClr val="9C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 descr="heu_logo_color.png">
            <a:extLst>
              <a:ext uri="{FF2B5EF4-FFF2-40B4-BE49-F238E27FC236}">
                <a16:creationId xmlns:a16="http://schemas.microsoft.com/office/drawing/2014/main" id="{EF470C96-29F0-5B67-BF9B-9D3B64D2F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062" y="158750"/>
            <a:ext cx="2329188" cy="619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FBEDC1-9E0B-7C17-8A81-B1755C123C2F}"/>
              </a:ext>
            </a:extLst>
          </p:cNvPr>
          <p:cNvSpPr/>
          <p:nvPr/>
        </p:nvSpPr>
        <p:spPr>
          <a:xfrm>
            <a:off x="0" y="6473502"/>
            <a:ext cx="12192000" cy="19050"/>
          </a:xfrm>
          <a:prstGeom prst="rect">
            <a:avLst/>
          </a:prstGeom>
          <a:solidFill>
            <a:srgbClr val="3E6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C2EBF-41A5-CF24-6791-592D274C6963}"/>
              </a:ext>
            </a:extLst>
          </p:cNvPr>
          <p:cNvSpPr txBox="1"/>
          <p:nvPr/>
        </p:nvSpPr>
        <p:spPr>
          <a:xfrm>
            <a:off x="101481" y="6511806"/>
            <a:ext cx="20874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KaiTi"/>
              </a:defRPr>
            </a:pP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大工至善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大学至真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4FEDEED-8588-2205-269A-330F0395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3769" y="6492875"/>
            <a:ext cx="482481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4F7D8E-4A7D-3214-A3E7-CA89B2DC553C}"/>
              </a:ext>
            </a:extLst>
          </p:cNvPr>
          <p:cNvSpPr txBox="1"/>
          <p:nvPr/>
        </p:nvSpPr>
        <p:spPr>
          <a:xfrm>
            <a:off x="298569" y="1063020"/>
            <a:ext cx="609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➢ 小标题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A6376B-35FA-43FF-3010-518FD99C97F4}"/>
              </a:ext>
            </a:extLst>
          </p:cNvPr>
          <p:cNvSpPr txBox="1"/>
          <p:nvPr/>
        </p:nvSpPr>
        <p:spPr>
          <a:xfrm>
            <a:off x="298569" y="163534"/>
            <a:ext cx="6097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3200" b="1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b="1" i="0" dirty="0">
              <a:solidFill>
                <a:srgbClr val="4472C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A66A47-8246-6487-AC35-287D89CF59C8}"/>
              </a:ext>
            </a:extLst>
          </p:cNvPr>
          <p:cNvSpPr txBox="1"/>
          <p:nvPr/>
        </p:nvSpPr>
        <p:spPr>
          <a:xfrm>
            <a:off x="536177" y="1546326"/>
            <a:ext cx="11119640" cy="15850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375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46C59E-7891-6EE8-E813-93ECC890B7BB}"/>
              </a:ext>
            </a:extLst>
          </p:cNvPr>
          <p:cNvSpPr txBox="1"/>
          <p:nvPr/>
        </p:nvSpPr>
        <p:spPr>
          <a:xfrm>
            <a:off x="536176" y="3374140"/>
            <a:ext cx="11119641" cy="15850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375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306AD6-9823-0A24-E56D-3A74712FB986}"/>
              </a:ext>
            </a:extLst>
          </p:cNvPr>
          <p:cNvSpPr txBox="1"/>
          <p:nvPr/>
        </p:nvSpPr>
        <p:spPr>
          <a:xfrm>
            <a:off x="536178" y="5358571"/>
            <a:ext cx="11119641" cy="400110"/>
          </a:xfrm>
          <a:prstGeom prst="rect">
            <a:avLst/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spcBef>
                <a:spcPts val="375"/>
              </a:spcBef>
              <a:spcAft>
                <a:spcPts val="600"/>
              </a:spcAft>
            </a:pPr>
            <a:r>
              <a:rPr lang="zh-CN" altLang="en-US" sz="20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总结性语句</a:t>
            </a:r>
          </a:p>
        </p:txBody>
      </p:sp>
    </p:spTree>
    <p:extLst>
      <p:ext uri="{BB962C8B-B14F-4D97-AF65-F5344CB8AC3E}">
        <p14:creationId xmlns:p14="http://schemas.microsoft.com/office/powerpoint/2010/main" val="2497225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36F75-5B03-9823-9776-987D8DD8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535BD8-E5AD-D8C3-0079-7D6824C9B23D}"/>
              </a:ext>
            </a:extLst>
          </p:cNvPr>
          <p:cNvSpPr/>
          <p:nvPr/>
        </p:nvSpPr>
        <p:spPr>
          <a:xfrm>
            <a:off x="0" y="857250"/>
            <a:ext cx="7905750" cy="76200"/>
          </a:xfrm>
          <a:prstGeom prst="rect">
            <a:avLst/>
          </a:prstGeom>
          <a:solidFill>
            <a:srgbClr val="5B8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FA981B-1A7E-806E-DECA-79B1BD85D972}"/>
              </a:ext>
            </a:extLst>
          </p:cNvPr>
          <p:cNvSpPr/>
          <p:nvPr/>
        </p:nvSpPr>
        <p:spPr>
          <a:xfrm>
            <a:off x="8096250" y="885825"/>
            <a:ext cx="4095750" cy="28575"/>
          </a:xfrm>
          <a:prstGeom prst="rect">
            <a:avLst/>
          </a:prstGeom>
          <a:solidFill>
            <a:srgbClr val="9C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 descr="heu_logo_color.png">
            <a:extLst>
              <a:ext uri="{FF2B5EF4-FFF2-40B4-BE49-F238E27FC236}">
                <a16:creationId xmlns:a16="http://schemas.microsoft.com/office/drawing/2014/main" id="{665F9D0D-697C-65BB-CA2B-093DA87A1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062" y="158750"/>
            <a:ext cx="2329188" cy="619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FA6BDD-A7E8-7BF9-A68D-74E3F56ED545}"/>
              </a:ext>
            </a:extLst>
          </p:cNvPr>
          <p:cNvSpPr/>
          <p:nvPr/>
        </p:nvSpPr>
        <p:spPr>
          <a:xfrm>
            <a:off x="0" y="6473502"/>
            <a:ext cx="12192000" cy="19050"/>
          </a:xfrm>
          <a:prstGeom prst="rect">
            <a:avLst/>
          </a:prstGeom>
          <a:solidFill>
            <a:srgbClr val="3E6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39006-3904-BC0D-3013-4A6ABE376AAB}"/>
              </a:ext>
            </a:extLst>
          </p:cNvPr>
          <p:cNvSpPr txBox="1"/>
          <p:nvPr/>
        </p:nvSpPr>
        <p:spPr>
          <a:xfrm>
            <a:off x="101481" y="6511806"/>
            <a:ext cx="20874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KaiTi"/>
              </a:defRPr>
            </a:pP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大工至善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大学至真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E86C22D-4038-B8B3-2616-4913B8FF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3769" y="6492875"/>
            <a:ext cx="482481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A16891-E540-2656-9CD0-619C344407BF}"/>
              </a:ext>
            </a:extLst>
          </p:cNvPr>
          <p:cNvSpPr txBox="1"/>
          <p:nvPr/>
        </p:nvSpPr>
        <p:spPr>
          <a:xfrm>
            <a:off x="298569" y="1063020"/>
            <a:ext cx="609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➢ 小标题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8AF0B8-0F26-3478-0438-1C2CAB51011D}"/>
              </a:ext>
            </a:extLst>
          </p:cNvPr>
          <p:cNvSpPr txBox="1"/>
          <p:nvPr/>
        </p:nvSpPr>
        <p:spPr>
          <a:xfrm>
            <a:off x="298569" y="163534"/>
            <a:ext cx="6097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3200" b="1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200" b="1" i="0" dirty="0">
              <a:solidFill>
                <a:srgbClr val="4472C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3F2583-40F9-4454-EA22-5E36A310122D}"/>
              </a:ext>
            </a:extLst>
          </p:cNvPr>
          <p:cNvSpPr txBox="1"/>
          <p:nvPr/>
        </p:nvSpPr>
        <p:spPr>
          <a:xfrm>
            <a:off x="298569" y="2811673"/>
            <a:ext cx="609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➢ 小标题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DE0739-222A-1580-A0A8-454F9C271801}"/>
              </a:ext>
            </a:extLst>
          </p:cNvPr>
          <p:cNvSpPr txBox="1"/>
          <p:nvPr/>
        </p:nvSpPr>
        <p:spPr>
          <a:xfrm>
            <a:off x="298569" y="4478900"/>
            <a:ext cx="609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➢ 小标题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532F4A-3134-C497-63D5-2869C19C6525}"/>
              </a:ext>
            </a:extLst>
          </p:cNvPr>
          <p:cNvSpPr txBox="1"/>
          <p:nvPr/>
        </p:nvSpPr>
        <p:spPr>
          <a:xfrm>
            <a:off x="488007" y="1531199"/>
            <a:ext cx="5651435" cy="11798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375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7EBB585-B260-840B-6598-9A072F0E33AB}"/>
              </a:ext>
            </a:extLst>
          </p:cNvPr>
          <p:cNvSpPr txBox="1"/>
          <p:nvPr/>
        </p:nvSpPr>
        <p:spPr>
          <a:xfrm>
            <a:off x="488007" y="3205520"/>
            <a:ext cx="5651435" cy="11798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375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EB2E43-A1D4-BAE2-8F55-C2B20194523E}"/>
              </a:ext>
            </a:extLst>
          </p:cNvPr>
          <p:cNvSpPr txBox="1"/>
          <p:nvPr/>
        </p:nvSpPr>
        <p:spPr>
          <a:xfrm>
            <a:off x="488006" y="4898264"/>
            <a:ext cx="5651435" cy="11798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375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375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A341BB-B969-2A31-E6AE-CE2CA4DDF8FD}"/>
              </a:ext>
            </a:extLst>
          </p:cNvPr>
          <p:cNvSpPr/>
          <p:nvPr/>
        </p:nvSpPr>
        <p:spPr>
          <a:xfrm>
            <a:off x="7349629" y="1338940"/>
            <a:ext cx="3810000" cy="24702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C7A6A7-1631-FB06-ADC0-C871FEE2CD2C}"/>
              </a:ext>
            </a:extLst>
          </p:cNvPr>
          <p:cNvSpPr/>
          <p:nvPr/>
        </p:nvSpPr>
        <p:spPr>
          <a:xfrm>
            <a:off x="7349629" y="3906221"/>
            <a:ext cx="3810000" cy="24702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4260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B3550-ED96-4309-FD4A-45ADD678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D9E621-5302-6B55-1DDC-A59B441FD935}"/>
              </a:ext>
            </a:extLst>
          </p:cNvPr>
          <p:cNvSpPr/>
          <p:nvPr/>
        </p:nvSpPr>
        <p:spPr>
          <a:xfrm>
            <a:off x="0" y="857250"/>
            <a:ext cx="7905750" cy="76200"/>
          </a:xfrm>
          <a:prstGeom prst="rect">
            <a:avLst/>
          </a:prstGeom>
          <a:solidFill>
            <a:srgbClr val="5B8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1AA10-FF0C-5D53-3714-81134920995C}"/>
              </a:ext>
            </a:extLst>
          </p:cNvPr>
          <p:cNvSpPr/>
          <p:nvPr/>
        </p:nvSpPr>
        <p:spPr>
          <a:xfrm>
            <a:off x="8096250" y="885825"/>
            <a:ext cx="4095750" cy="28575"/>
          </a:xfrm>
          <a:prstGeom prst="rect">
            <a:avLst/>
          </a:prstGeom>
          <a:solidFill>
            <a:srgbClr val="9C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 descr="heu_logo_color.png">
            <a:extLst>
              <a:ext uri="{FF2B5EF4-FFF2-40B4-BE49-F238E27FC236}">
                <a16:creationId xmlns:a16="http://schemas.microsoft.com/office/drawing/2014/main" id="{A29C62F3-AA6F-3E85-49E1-2A5ED291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062" y="158750"/>
            <a:ext cx="2329188" cy="619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92A1262-0F10-63C1-BCC0-E1935E47ADC2}"/>
              </a:ext>
            </a:extLst>
          </p:cNvPr>
          <p:cNvSpPr/>
          <p:nvPr/>
        </p:nvSpPr>
        <p:spPr>
          <a:xfrm>
            <a:off x="0" y="6473502"/>
            <a:ext cx="12192000" cy="19050"/>
          </a:xfrm>
          <a:prstGeom prst="rect">
            <a:avLst/>
          </a:prstGeom>
          <a:solidFill>
            <a:srgbClr val="3E6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A7135-750D-4DDE-7C2A-A9CFBC682180}"/>
              </a:ext>
            </a:extLst>
          </p:cNvPr>
          <p:cNvSpPr txBox="1"/>
          <p:nvPr/>
        </p:nvSpPr>
        <p:spPr>
          <a:xfrm>
            <a:off x="101481" y="6511806"/>
            <a:ext cx="20874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KaiTi"/>
              </a:defRPr>
            </a:pP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大工至善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大学至真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C01798D-F551-13A1-CC7D-8D30F2AB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3769" y="6492875"/>
            <a:ext cx="482481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23631E-0737-7CFF-BF9A-E188ABBEF076}"/>
              </a:ext>
            </a:extLst>
          </p:cNvPr>
          <p:cNvSpPr txBox="1"/>
          <p:nvPr/>
        </p:nvSpPr>
        <p:spPr>
          <a:xfrm>
            <a:off x="298569" y="1063020"/>
            <a:ext cx="609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➢ 小标题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263E7C-6216-FA5D-1453-6DD2EC6E49C4}"/>
              </a:ext>
            </a:extLst>
          </p:cNvPr>
          <p:cNvSpPr txBox="1"/>
          <p:nvPr/>
        </p:nvSpPr>
        <p:spPr>
          <a:xfrm>
            <a:off x="298569" y="163534"/>
            <a:ext cx="6097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3200" b="1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3200" b="1" i="0" dirty="0">
              <a:solidFill>
                <a:srgbClr val="4472C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003DD9-4FCC-DB55-374A-E625B6C46DC5}"/>
              </a:ext>
            </a:extLst>
          </p:cNvPr>
          <p:cNvSpPr/>
          <p:nvPr/>
        </p:nvSpPr>
        <p:spPr>
          <a:xfrm>
            <a:off x="6931347" y="1280663"/>
            <a:ext cx="4733662" cy="47200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26CEC5-CDDF-8153-8DFB-DD9292DB43D9}"/>
              </a:ext>
            </a:extLst>
          </p:cNvPr>
          <p:cNvSpPr txBox="1"/>
          <p:nvPr/>
        </p:nvSpPr>
        <p:spPr>
          <a:xfrm>
            <a:off x="499669" y="1742197"/>
            <a:ext cx="5473291" cy="40164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描述性文字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375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387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4A71F-F73C-80FE-DAF2-2098CF73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6C102-0EF2-09FD-A355-844D41FF2138}"/>
              </a:ext>
            </a:extLst>
          </p:cNvPr>
          <p:cNvSpPr/>
          <p:nvPr/>
        </p:nvSpPr>
        <p:spPr>
          <a:xfrm>
            <a:off x="0" y="857250"/>
            <a:ext cx="7905750" cy="76200"/>
          </a:xfrm>
          <a:prstGeom prst="rect">
            <a:avLst/>
          </a:prstGeom>
          <a:solidFill>
            <a:srgbClr val="5B8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78F5C4-8ED3-FE82-D846-E6A1A0318127}"/>
              </a:ext>
            </a:extLst>
          </p:cNvPr>
          <p:cNvSpPr/>
          <p:nvPr/>
        </p:nvSpPr>
        <p:spPr>
          <a:xfrm>
            <a:off x="8096250" y="885825"/>
            <a:ext cx="4095750" cy="28575"/>
          </a:xfrm>
          <a:prstGeom prst="rect">
            <a:avLst/>
          </a:prstGeom>
          <a:solidFill>
            <a:srgbClr val="9C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 descr="heu_logo_color.png">
            <a:extLst>
              <a:ext uri="{FF2B5EF4-FFF2-40B4-BE49-F238E27FC236}">
                <a16:creationId xmlns:a16="http://schemas.microsoft.com/office/drawing/2014/main" id="{100F8301-8158-8B30-CD98-A44817D6C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062" y="158750"/>
            <a:ext cx="2329188" cy="619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95CC08-A336-816E-8D49-F45C8CE8368C}"/>
              </a:ext>
            </a:extLst>
          </p:cNvPr>
          <p:cNvSpPr/>
          <p:nvPr/>
        </p:nvSpPr>
        <p:spPr>
          <a:xfrm>
            <a:off x="0" y="6473502"/>
            <a:ext cx="12192000" cy="19050"/>
          </a:xfrm>
          <a:prstGeom prst="rect">
            <a:avLst/>
          </a:prstGeom>
          <a:solidFill>
            <a:srgbClr val="3E6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7C4C2-346A-73CE-583B-8E56AFA1A7AE}"/>
              </a:ext>
            </a:extLst>
          </p:cNvPr>
          <p:cNvSpPr txBox="1"/>
          <p:nvPr/>
        </p:nvSpPr>
        <p:spPr>
          <a:xfrm>
            <a:off x="101481" y="6511806"/>
            <a:ext cx="20874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KaiTi"/>
              </a:defRPr>
            </a:pP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大工至善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大学至真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3B2D73D-B763-F65D-B0B4-42A08195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3769" y="6492875"/>
            <a:ext cx="482481" cy="365125"/>
          </a:xfrm>
        </p:spPr>
        <p:txBody>
          <a:bodyPr/>
          <a:lstStyle/>
          <a:p>
            <a:fld id="{C1FF6DA9-008F-8B48-92A6-B652298478BF}" type="slidenum"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6B82AB-7B9D-BBA9-E28C-837257E2E347}"/>
              </a:ext>
            </a:extLst>
          </p:cNvPr>
          <p:cNvSpPr txBox="1"/>
          <p:nvPr/>
        </p:nvSpPr>
        <p:spPr>
          <a:xfrm>
            <a:off x="298569" y="1063020"/>
            <a:ext cx="609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➢ 小标题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50C9A6-CEEA-5AED-7001-716BF136BFA4}"/>
              </a:ext>
            </a:extLst>
          </p:cNvPr>
          <p:cNvSpPr txBox="1"/>
          <p:nvPr/>
        </p:nvSpPr>
        <p:spPr>
          <a:xfrm>
            <a:off x="298569" y="163534"/>
            <a:ext cx="6097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3200" b="1" i="0" dirty="0">
                <a:solidFill>
                  <a:srgbClr val="4472C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3200" b="1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3200" b="1" i="0" dirty="0">
              <a:solidFill>
                <a:srgbClr val="4472C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506CED-080E-767A-C65B-DDDC423BD782}"/>
              </a:ext>
            </a:extLst>
          </p:cNvPr>
          <p:cNvSpPr/>
          <p:nvPr/>
        </p:nvSpPr>
        <p:spPr>
          <a:xfrm>
            <a:off x="6931347" y="1280663"/>
            <a:ext cx="4733662" cy="47200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6536AB4-2E50-7771-AEC7-0C34389EA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651644"/>
              </p:ext>
            </p:extLst>
          </p:nvPr>
        </p:nvGraphicFramePr>
        <p:xfrm>
          <a:off x="526991" y="1836993"/>
          <a:ext cx="5081865" cy="3864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955">
                  <a:extLst>
                    <a:ext uri="{9D8B030D-6E8A-4147-A177-3AD203B41FA5}">
                      <a16:colId xmlns:a16="http://schemas.microsoft.com/office/drawing/2014/main" val="3019716584"/>
                    </a:ext>
                  </a:extLst>
                </a:gridCol>
                <a:gridCol w="1693955">
                  <a:extLst>
                    <a:ext uri="{9D8B030D-6E8A-4147-A177-3AD203B41FA5}">
                      <a16:colId xmlns:a16="http://schemas.microsoft.com/office/drawing/2014/main" val="2699497774"/>
                    </a:ext>
                  </a:extLst>
                </a:gridCol>
                <a:gridCol w="1693955">
                  <a:extLst>
                    <a:ext uri="{9D8B030D-6E8A-4147-A177-3AD203B41FA5}">
                      <a16:colId xmlns:a16="http://schemas.microsoft.com/office/drawing/2014/main" val="4102928413"/>
                    </a:ext>
                  </a:extLst>
                </a:gridCol>
              </a:tblGrid>
              <a:tr h="1288306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表格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263972"/>
                  </a:ext>
                </a:extLst>
              </a:tr>
              <a:tr h="128830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945290"/>
                  </a:ext>
                </a:extLst>
              </a:tr>
              <a:tr h="128830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58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66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6A19AAD-1CDF-4899-8D9B-772D397CF09A}"/>
              </a:ext>
            </a:extLst>
          </p:cNvPr>
          <p:cNvSpPr txBox="1"/>
          <p:nvPr/>
        </p:nvSpPr>
        <p:spPr>
          <a:xfrm>
            <a:off x="2170700" y="2395120"/>
            <a:ext cx="9758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gradFill>
                  <a:gsLst>
                    <a:gs pos="0">
                      <a:schemeClr val="accent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THANKS FOR LISTENING</a:t>
            </a:r>
            <a:endParaRPr lang="zh-CN" altLang="en-US" sz="8000" dirty="0">
              <a:gradFill>
                <a:gsLst>
                  <a:gs pos="0">
                    <a:schemeClr val="accent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 txBox="1">
            <a:spLocks/>
          </p:cNvSpPr>
          <p:nvPr/>
        </p:nvSpPr>
        <p:spPr>
          <a:xfrm>
            <a:off x="3069349" y="3056840"/>
            <a:ext cx="8186902" cy="833759"/>
          </a:xfrm>
          <a:prstGeom prst="rect">
            <a:avLst/>
          </a:prstGeom>
        </p:spPr>
        <p:txBody>
          <a:bodyPr lIns="0" rIns="0" bIns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00000">
                    <a:lumMod val="95000"/>
                    <a:lumOff val="5000"/>
                  </a:srgbClr>
                </a:solidFill>
                <a:latin typeface="Segoe UI"/>
                <a:ea typeface="微软雅黑"/>
              </a:rPr>
              <a:t>请各位老师批评指正</a:t>
            </a:r>
            <a:r>
              <a:rPr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latin typeface="Segoe UI"/>
                <a:ea typeface="微软雅黑"/>
              </a:rPr>
              <a:t>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184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05"/>
    </mc:Choice>
    <mc:Fallback xmlns="">
      <p:transition spd="slow" advTm="730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155</Words>
  <Application>Microsoft Office PowerPoint</Application>
  <PresentationFormat>宽屏</PresentationFormat>
  <Paragraphs>82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等线</vt:lpstr>
      <vt:lpstr>华文行楷</vt:lpstr>
      <vt:lpstr>微软雅黑</vt:lpstr>
      <vt:lpstr>Arial</vt:lpstr>
      <vt:lpstr>Calibri</vt:lpstr>
      <vt:lpstr>Impact</vt:lpstr>
      <vt:lpstr>Segoe UI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Ipin Zhu</cp:lastModifiedBy>
  <cp:revision>65</cp:revision>
  <dcterms:created xsi:type="dcterms:W3CDTF">2013-01-27T09:14:16Z</dcterms:created>
  <dcterms:modified xsi:type="dcterms:W3CDTF">2026-06-30T13:55:50Z</dcterms:modified>
  <cp:category/>
</cp:coreProperties>
</file>